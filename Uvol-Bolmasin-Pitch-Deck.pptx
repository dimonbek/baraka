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Uvol Bo'lmasin — ovqat isrofiga qarshi Telegram Mini App. MVP jonli.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ikki tomonlama: restoran zarar ko'radi, xaridor imkoniyatni bilmaydi.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Yechim: uch tomon ham yutadigan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Pickup-and-pay modeli: to'lov joyida, ilovada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Mahsulot to'liq ishlaydi: xaridor, sotuvchi, bot,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Telegram O'zbekistonda dominant. Mini App = nol o'rnatish to'sig'i.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TGTG global validatsiya. O'zbekistonda raqobatchi yo'q.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Komissiya modeli. Aniq foiz pilotdan keyin belgilanadi.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Halol traksiya slaydi: mahsulot tayyor, foydalanuvchi hali yo'q.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Raqobat: yetkazib berish ilovalari boshqa muammoni yechadi.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Toshkent pilot -&gt; shahar -&gt; viloyatlar.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Jamoa slaydi — o'z ma'lumotlaringiz bilan yangilang.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So'rov: mentorlik, tarmoq,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UVOL BO'LMASIN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Isrofni to'xtat, barakani top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Restoranlardagi ortiqcha taomni chegirmada sotadigan Telegram Mini App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315968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E882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3159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jonli · @Uvol_bolmasinbot</a:t>
            </a:r>
            <a:endParaRPr lang="en-US" sz="1150" dirty="0"/>
          </a:p>
        </p:txBody>
      </p:sp>
      <p:pic>
        <p:nvPicPr>
          <p:cNvPr id="7" name="Image 0" descr="C:\Users\Lenovo\Documents\Barakatoping\public\food\osh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28800"/>
            <a:ext cx="1463040" cy="1463040"/>
          </a:xfrm>
          <a:prstGeom prst="ellipse">
            <a:avLst/>
          </a:prstGeom>
        </p:spPr>
      </p:pic>
      <p:pic>
        <p:nvPicPr>
          <p:cNvPr id="8" name="Image 1" descr="C:\Users\Lenovo\Documents\Barakatoping\public\food\somsa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1828800"/>
            <a:ext cx="1463040" cy="1463040"/>
          </a:xfrm>
          <a:prstGeom prst="ellipse">
            <a:avLst/>
          </a:prstGeom>
        </p:spPr>
      </p:pic>
      <p:pic>
        <p:nvPicPr>
          <p:cNvPr id="9" name="Image 2" descr="C:\Users\Lenovo\Documents\Barakatoping\public\food\lavash-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401568"/>
            <a:ext cx="1463040" cy="1463040"/>
          </a:xfrm>
          <a:prstGeom prst="ellipse">
            <a:avLst/>
          </a:prstGeom>
        </p:spPr>
      </p:pic>
      <p:pic>
        <p:nvPicPr>
          <p:cNvPr id="10" name="Image 3" descr="C:\Users\Lenovo\Documents\Barakatoping\public\food\tort-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3401568"/>
            <a:ext cx="1463040" cy="146304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kuni kechqurun bir xil manzara takrorlanadi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tomoni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oxirida pishirilgan, sifatli taom qoladi. Ertaga sotib bo'lmaydi — axlatga ketadi. Bu to'g'ridan-to'g'ri zarar.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749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tomoni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Oilalar arzon va sifatli tayyor ovqat qidiradi. Restoran narxi qimmat, chegirmalar haqida esa hech kim bilmaydi.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78308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377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Ikki tomon ham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yutqazadi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66560" y="34290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— tayyor mahsulotni yo'qotadi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— arzon imkoniyatni ko'rmaydi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Jamiyat — oziq-ovqat va resurs isrof bo'ladi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Yechim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Ortiqcha taomni chegirmada bir joyga to'playdigan bozor</a:t>
            </a:r>
            <a:endParaRPr lang="en-US" sz="1500" dirty="0"/>
          </a:p>
        </p:txBody>
      </p:sp>
      <p:pic>
        <p:nvPicPr>
          <p:cNvPr id="4" name="Image 0" descr="C:\Users\Lenovo\Documents\Barakatoping\public\food\osh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783080"/>
            <a:ext cx="461772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qolgan taomni 30-50% chegirma bilan e'lon qiladi. Xaridor telefonida ko'radi, bron qiladi va borib oladi.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935224"/>
            <a:ext cx="310896" cy="310896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uchun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9260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 daromad o'rniga real pul + yangi mijoz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uchun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2608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 tayyor ovqat, 2 barobar arzon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489704"/>
            <a:ext cx="310896" cy="310896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Jamiyat uchun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26080" y="4434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bron — axlatga ketmagan ovqat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Qanday ishlaydi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qadam — ro'yxatdan to'lovgacha 3 daqiqa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e'lon qiladi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Taom nomini yozadi — rasm avtomatik taklif etiladi. Narx, soni va olib ketish vaqtini belgilaydi.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2148840"/>
            <a:ext cx="566928" cy="56692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36592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bron qiladi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36592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Yaqin-atrofdagi chegirmalarni ko'radi, bron qiladi va 6 raqamli tasdiqlash kodini oladi.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2148840"/>
            <a:ext cx="566928" cy="56692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13064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Borib oladi va to'laydi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13064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Belgilangan vaqtda borib kodni ko'rsatadi, joyida to'laydi. Ovqat qutqarildi.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ilovada emas — joyida naqd yoki karta. Bu ishonchni oshiradi va integratsiya to'sig'ini olib tashlaydi.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Mahsulot tayyor va jonli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ishlab chiqarilgan, deploy qilingan va sinovdan o'tgan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21408"/>
            <a:ext cx="365760" cy="365760"/>
          </a:xfrm>
          <a:prstGeom prst="ellipse">
            <a:avLst/>
          </a:prstGeom>
          <a:solidFill>
            <a:srgbClr val="E8823A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2057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ilovasi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245059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Qidiruv, kategoriya, masofa bo'yicha filtr (10/50/100 km), bron + tasdiqlash kodi va taymer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2121408"/>
            <a:ext cx="365760" cy="365760"/>
          </a:xfrm>
          <a:prstGeom prst="ellipse">
            <a:avLst/>
          </a:prstGeom>
          <a:solidFill>
            <a:srgbClr val="E8823A"/>
          </a:solidFill>
          <a:ln/>
        </p:spPr>
      </p:sp>
      <p:sp>
        <p:nvSpPr>
          <p:cNvPr id="10" name="Text 8"/>
          <p:cNvSpPr/>
          <p:nvPr/>
        </p:nvSpPr>
        <p:spPr>
          <a:xfrm>
            <a:off x="7150608" y="2057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 kabineti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50608" y="245059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Xaritada joylashuv, taom qo'shish (avto-rasm yoki o'z rasmi), buyurtma boshqaruvi, analitika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3813048"/>
            <a:ext cx="365760" cy="365760"/>
          </a:xfrm>
          <a:prstGeom prst="ellipse">
            <a:avLst/>
          </a:prstGeom>
          <a:solidFill>
            <a:srgbClr val="E882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81328" y="3749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414223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 orqali ro'yxatdan o'tish, telefon tasdiqlash, bildirishnomalar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5204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3813048"/>
            <a:ext cx="365760" cy="365760"/>
          </a:xfrm>
          <a:prstGeom prst="ellipse">
            <a:avLst/>
          </a:prstGeom>
          <a:solidFill>
            <a:srgbClr val="E8823A"/>
          </a:solidFill>
          <a:ln/>
        </p:spPr>
      </p:sp>
      <p:sp>
        <p:nvSpPr>
          <p:cNvPr id="18" name="Text 16"/>
          <p:cNvSpPr/>
          <p:nvPr/>
        </p:nvSpPr>
        <p:spPr>
          <a:xfrm>
            <a:off x="7150608" y="3749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50608" y="414223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Statistika, foydalanuvchi va restoran moderatsiyasi, flash-sale banner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uvol-bolmasin.vercel.app  ·  @Uvol_bolmasinbot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Telegram Mini App?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auditoriya allaqachon shu yerda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mln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foydalanuvchisi — internet auditoriyasining 76%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8912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 mln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38912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internet foydalanuvchisi (89% qamrov)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13816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internetni afzal ko'radi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673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Ilova yuklab olish shart emas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1560" y="42245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/ Play Market to'siqlari yo'q. Foydalanuvchi botga /start yozadi — 30 soniyada ilovadan foydalana boshlaydi. Mijoz jalb qilish narxi keskin past.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DataReportal Digital 2025 Uzbekistan; UzDaily (2025)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dunyoda isbotlangan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Good To Go — bir xil g'oya, global miqyosda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 mln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2025-yilda qutqarilgan ovqat porsiyasi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mln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o'tgan foydalanuvchi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46520" y="2743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 restoran va do'kon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2743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O'zbekistonda bu bo'shliq hali egallanmagan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isbotlangan, xatti-harakat modeli tushunarli. Bizning ustunligimiz — mahalliy kontekst: Telegram, o'zbek taomlari va naqd to'lov odati.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RetailDetail EU, Too Good To Go (2025)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Biznes model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qutqarilgan taomdan komissiya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154680"/>
          </a:xfrm>
          <a:prstGeom prst="roundRect">
            <a:avLst>
              <a:gd name="adj" fmla="val 3478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daromad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50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muvaffaqiyatli bronda restorandan komissiya olinadi.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8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 summasidan (rejalashtirilgan diapazon)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uchun bu 0 dan olingan daromadning ulushi — riski yo'q.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5074920" cy="3154680"/>
          </a:xfrm>
          <a:prstGeom prst="roundRect">
            <a:avLst>
              <a:gd name="adj" fmla="val 3478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Kelajakdagi oqimlar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251460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uchun promo / yuqorida ko'rinish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sotuvchi obunasi (analitika, banner)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Flash-sale reklama joylari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Yetkazib berish hamkorligi (keyingi bosqich)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Komissiya foizi va birlik iqtisodi pilot natijalariga qarab yakunlanadi.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Hozirgi holat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 emas — ishlaydigan mahsulot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5F8F5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Bajarilgan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MVP ishlab chiqilgan va production'ga deploy qilingan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jonli, ro'yxatdan o'tish oqimi ishlaydi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Xaridor, sotuvchi, admin — uch rol to'liq qamrab olingan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Xaritada joylashuv va masofa bo'yicha filtr ishlaydi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5074920" cy="3200400"/>
          </a:xfrm>
          <a:prstGeom prst="roundRect">
            <a:avLst>
              <a:gd name="adj" fmla="val 3429"/>
            </a:avLst>
          </a:prstGeom>
          <a:solidFill>
            <a:srgbClr val="F5F8F5"/>
          </a:solidFill>
          <a:ln w="12700">
            <a:solidFill>
              <a:srgbClr val="F5F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3 oy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25146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Toshkentda pilot: dastlabki restoranlarni jalb qilish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100 real bron va foydalanuvchi intervyulari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 iqtisodini o'lchash va komissiyani yakunlash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va takroriy bron ko'rsatkichlarini kuzatish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aytamiz: hozircha real foydalanuvchi bazasi yo'q — biz pilotga tayyor mahsulot bilan kelyapmiz.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Raqobat holati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ortiqcha ovqat yo'nalishi bo'sh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Uvol Bo'lmasin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Ortiqcha taom, 30-50% chegirma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o'rnatish shart emas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Joyida to'lov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uchun yangi daromad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Yetkazib berish ilovalari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36592" y="27889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narxdagi menyu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Alohida ilova o'rnatish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Yetkazish narxi qo'shiladi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Isrof muammosini yechmaydi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13064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An'anaviy chegirma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13064" y="27889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Tasodifiy, e'lon qilinmaydi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joyida ko'rinadi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 yo'q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O'lchab bo'lmaydi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himoyamiz: sotuvchi tarmog'i va mahalliy odatlarga moslashgan oqim — ikkalasi ham vaqt talab qiladi.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Yo'l xaritasi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Toshkentdan boshlab, bosqichma-bosqich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E882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oy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14600" y="1947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pilot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231343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restoran, birinchi 1000 bron, oqimni sayqallash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95D5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oy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3044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bo'ylab o'sish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341071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Komissiyani ishga tushirish, retention o'lchash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95D5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7-12 oy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4142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Yirik shaharlar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45079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Samarqand, Buxoro, Namangan; tarmoq restoranlar bilan shartnoma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5F8F5"/>
          </a:solidFill>
          <a:ln w="12700">
            <a:solidFill>
              <a:srgbClr val="F5F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57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o'lchov: qutqarilgan taom soni — biz uchun ham ta'sir, ham daromad ko'rsatkichi.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Jamoa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Mahsulotni o'zimiz qurdik — g'oyadan jonli MVP gacha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2880360"/>
          </a:xfrm>
          <a:prstGeom prst="roundRect">
            <a:avLst>
              <a:gd name="adj" fmla="val 3810"/>
            </a:avLst>
          </a:prstGeom>
          <a:solidFill>
            <a:srgbClr val="F5F8F5"/>
          </a:solidFill>
          <a:ln w="12700">
            <a:solidFill>
              <a:srgbClr val="F5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240280"/>
            <a:ext cx="868680" cy="86868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031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Dilmurod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· Mahsulot va muhandislik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33375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mahsulotni loyihalashtirgan va ishlab chiqqan: Telegram bot, Mini App, backend va deploy.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949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93408" y="2240280"/>
            <a:ext cx="868680" cy="86868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10"/>
          <p:cNvSpPr/>
          <p:nvPr/>
        </p:nvSpPr>
        <p:spPr>
          <a:xfrm>
            <a:off x="6693408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Qo'shilishi kutilmoqda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Operatsiyalar va sotuv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93408" y="33375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Restoranlarni jalb qilish va pilotni boshqarish uchun hamkor izlanmoqda.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ijro tezligi: to'liq ishlaydigan MVP — bot, ilova, admin panel va deploy — bitta jamoa tomonidan.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Bizga nima kerak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tayyor. Endi bizga birinchi restoranlar va to'g'ri yo'nalish kerak.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573A"/>
          </a:solidFill>
          <a:ln w="12700">
            <a:solidFill>
              <a:srgbClr val="2A6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87168"/>
            <a:ext cx="365760" cy="365760"/>
          </a:xfrm>
          <a:prstGeom prst="ellipse">
            <a:avLst/>
          </a:prstGeom>
          <a:solidFill>
            <a:srgbClr val="E882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Mentorlik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Marketplace'da birinchi sotuvchilarni jalb qilish va ikki tomonlama o'sish bo'yicha tajriba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21945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573A"/>
          </a:solidFill>
          <a:ln w="12700">
            <a:solidFill>
              <a:srgbClr val="2A6E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2487168"/>
            <a:ext cx="365760" cy="365760"/>
          </a:xfrm>
          <a:prstGeom prst="ellipse">
            <a:avLst/>
          </a:prstGeom>
          <a:solidFill>
            <a:srgbClr val="E8823A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36592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tarmoqlari va HoReCa sohasidagi tanishuvlar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21945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7573A"/>
          </a:solidFill>
          <a:ln w="12700">
            <a:solidFill>
              <a:srgbClr val="2A6E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13064" y="2487168"/>
            <a:ext cx="365760" cy="365760"/>
          </a:xfrm>
          <a:prstGeom prst="ellipse">
            <a:avLst/>
          </a:prstGeom>
          <a:solidFill>
            <a:srgbClr val="E8823A"/>
          </a:solidFill>
          <a:ln/>
        </p:spPr>
      </p:sp>
      <p:sp>
        <p:nvSpPr>
          <p:cNvPr id="14" name="Text 12"/>
          <p:cNvSpPr/>
          <p:nvPr/>
        </p:nvSpPr>
        <p:spPr>
          <a:xfrm>
            <a:off x="8513064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13064" y="34290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Toshkentda dastlabki 20-30 restoran bilan sinov va real ko'rsatkichlar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Isrofni to'xtat, barakani top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uvol-bolmasin.vercel.app   ·   @Uvol_bolmasinbot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Uvol Bo'lmasin — Pitch Deck</dc:title>
  <dc:subject>PptxGenJS Presentation</dc:subject>
  <dc:creator>Uvol Bo'lmasin</dc:creator>
  <cp:lastModifiedBy>Uvol Bo'lmasin</cp:lastModifiedBy>
  <cp:revision>1</cp:revision>
  <dcterms:created xsi:type="dcterms:W3CDTF">2026-07-20T16:31:09Z</dcterms:created>
  <dcterms:modified xsi:type="dcterms:W3CDTF">2026-07-20T16:31:09Z</dcterms:modified>
</cp:coreProperties>
</file>